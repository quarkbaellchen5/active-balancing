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920" y="-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59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29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10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49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10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70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43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88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2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01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29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D86CF-801F-40B1-818C-2D3D4285EA4E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CCD5-F97F-40D6-8D69-EBDD9F011D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873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15570E4-765B-FA54-C0F9-1F47FFAFB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2" y="1133482"/>
            <a:ext cx="2222499" cy="16668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DCAF3F1-73C3-613A-EE15-1AA970409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1" y="2800357"/>
            <a:ext cx="2222499" cy="16668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D1EAEEE-431D-6E93-66FB-6E27EA9E9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4467231"/>
            <a:ext cx="2222499" cy="166687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94C569F-1333-1601-F953-0C4A1B144D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49" y="6134105"/>
            <a:ext cx="2222499" cy="166687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9C1D154-BF34-A6D9-E187-99E82BE65C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49" y="7800978"/>
            <a:ext cx="2222498" cy="166687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D1F0F75-2761-4F59-CF7F-AE983E7EDA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48" y="9467853"/>
            <a:ext cx="2222499" cy="166687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AB0B171-64E5-9501-17F2-553A146049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48" y="11134726"/>
            <a:ext cx="2222499" cy="16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28A9D1E-B13C-F24B-99E0-F56A8EA906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4" y="1133483"/>
            <a:ext cx="2222500" cy="166687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FC9062-416F-3B65-6BA0-4ED9BAD779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5" y="2800358"/>
            <a:ext cx="2222498" cy="166687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599E98-80B0-07BB-09ED-58BAF702E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4" y="4467232"/>
            <a:ext cx="2222499" cy="166687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173A90F-E2AF-DCE2-5F77-DE761F79BD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4" y="6134106"/>
            <a:ext cx="2222499" cy="166687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9A741B89-40C2-455A-C115-14274E8776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4" y="7800979"/>
            <a:ext cx="2222498" cy="1666874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064DB5D-DA22-D7F8-FE74-EE39C094B4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4" y="9467853"/>
            <a:ext cx="2222498" cy="166687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67E8DA9D-17EB-CD93-ACF9-4F4F48F84B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43" y="11134725"/>
            <a:ext cx="2222499" cy="1666875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B34FC8F5-0812-78D1-ECFF-DA2B5E08CD41}"/>
              </a:ext>
            </a:extLst>
          </p:cNvPr>
          <p:cNvSpPr txBox="1"/>
          <p:nvPr/>
        </p:nvSpPr>
        <p:spPr>
          <a:xfrm>
            <a:off x="3956044" y="537656"/>
            <a:ext cx="1816100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Regelstrom [A]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0.0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0.1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0.5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1.0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1.5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2.0 A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2.5A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3473EBC2-9D46-3A87-8290-A5C5AEF13516}"/>
              </a:ext>
            </a:extLst>
          </p:cNvPr>
          <p:cNvSpPr txBox="1"/>
          <p:nvPr/>
        </p:nvSpPr>
        <p:spPr>
          <a:xfrm>
            <a:off x="1820333" y="537656"/>
            <a:ext cx="192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Ohne Kühlkörper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2D1203B-7A5E-2786-E853-29B9BD8B39C5}"/>
              </a:ext>
            </a:extLst>
          </p:cNvPr>
          <p:cNvSpPr txBox="1"/>
          <p:nvPr/>
        </p:nvSpPr>
        <p:spPr>
          <a:xfrm>
            <a:off x="5985921" y="537656"/>
            <a:ext cx="192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Mit Kühlkörper</a:t>
            </a:r>
          </a:p>
        </p:txBody>
      </p:sp>
    </p:spTree>
    <p:extLst>
      <p:ext uri="{BB962C8B-B14F-4D97-AF65-F5344CB8AC3E}">
        <p14:creationId xmlns:p14="http://schemas.microsoft.com/office/powerpoint/2010/main" val="392629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</Words>
  <Application>Microsoft Office PowerPoint</Application>
  <PresentationFormat>A3-Papier (297 x 420 mm)</PresentationFormat>
  <Paragraphs>44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 Jungwirth</dc:creator>
  <cp:lastModifiedBy>Marian Jungwirth</cp:lastModifiedBy>
  <cp:revision>1</cp:revision>
  <dcterms:created xsi:type="dcterms:W3CDTF">2026-09-01T08:41:05Z</dcterms:created>
  <dcterms:modified xsi:type="dcterms:W3CDTF">2026-09-01T11:51:44Z</dcterms:modified>
</cp:coreProperties>
</file>