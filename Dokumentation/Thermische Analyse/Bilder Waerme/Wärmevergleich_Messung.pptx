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601200" cy="128016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9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0090" y="2095078"/>
            <a:ext cx="8161020" cy="4456853"/>
          </a:xfrm>
        </p:spPr>
        <p:txBody>
          <a:bodyPr anchor="b"/>
          <a:lstStyle>
            <a:lvl1pPr algn="ctr"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6723804"/>
            <a:ext cx="7200900" cy="3090756"/>
          </a:xfrm>
        </p:spPr>
        <p:txBody>
          <a:bodyPr/>
          <a:lstStyle>
            <a:lvl1pPr marL="0" indent="0" algn="ctr">
              <a:buNone/>
              <a:defRPr sz="252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595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42985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3191514"/>
            <a:ext cx="8281035" cy="5325109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8567000"/>
            <a:ext cx="8281035" cy="28003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4104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3407833"/>
            <a:ext cx="4080510" cy="81224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3407833"/>
            <a:ext cx="4080510" cy="81224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7490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681570"/>
            <a:ext cx="8281035" cy="247438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3138171"/>
            <a:ext cx="4061757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4676140"/>
            <a:ext cx="4061757" cy="687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8" y="3138171"/>
            <a:ext cx="4081761" cy="1537969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8" y="4676140"/>
            <a:ext cx="4081761" cy="687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2105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706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74381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1843196"/>
            <a:ext cx="4860608" cy="9097433"/>
          </a:xfrm>
        </p:spPr>
        <p:txBody>
          <a:bodyPr/>
          <a:lstStyle>
            <a:lvl1pPr>
              <a:defRPr sz="3360"/>
            </a:lvl1pPr>
            <a:lvl2pPr>
              <a:defRPr sz="2940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58838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853440"/>
            <a:ext cx="3096637" cy="2987040"/>
          </a:xfrm>
        </p:spPr>
        <p:txBody>
          <a:bodyPr anchor="b"/>
          <a:lstStyle>
            <a:lvl1pPr>
              <a:defRPr sz="33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1843196"/>
            <a:ext cx="4860608" cy="9097433"/>
          </a:xfrm>
        </p:spPr>
        <p:txBody>
          <a:bodyPr anchor="t"/>
          <a:lstStyle>
            <a:lvl1pPr marL="0" indent="0">
              <a:buNone/>
              <a:defRPr sz="336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622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6017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681567"/>
            <a:ext cx="2070259" cy="1084876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681567"/>
            <a:ext cx="6090761" cy="1084876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5294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681570"/>
            <a:ext cx="8281035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3407833"/>
            <a:ext cx="8281035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D86CF-801F-40B1-818C-2D3D4285EA4E}" type="datetimeFigureOut">
              <a:rPr lang="de-DE" smtClean="0"/>
              <a:t>01.09.2026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11865189"/>
            <a:ext cx="3240405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11865189"/>
            <a:ext cx="216027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9BCCD5-F97F-40D6-8D69-EBDD9F011D6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7873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60120" rtl="0" eaLnBrk="1" latinLnBrk="0" hangingPunct="1">
        <a:lnSpc>
          <a:spcPct val="90000"/>
        </a:lnSpc>
        <a:spcBef>
          <a:spcPct val="0"/>
        </a:spcBef>
        <a:buNone/>
        <a:defRPr sz="46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4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11" Type="http://schemas.openxmlformats.org/officeDocument/2006/relationships/image" Target="../media/image10.jpg"/><Relationship Id="rId5" Type="http://schemas.openxmlformats.org/officeDocument/2006/relationships/image" Target="../media/image4.jpg"/><Relationship Id="rId15" Type="http://schemas.openxmlformats.org/officeDocument/2006/relationships/image" Target="../media/image14.jpg"/><Relationship Id="rId10" Type="http://schemas.openxmlformats.org/officeDocument/2006/relationships/image" Target="../media/image9.jpg"/><Relationship Id="rId4" Type="http://schemas.openxmlformats.org/officeDocument/2006/relationships/image" Target="../media/image3.jpg"/><Relationship Id="rId9" Type="http://schemas.openxmlformats.org/officeDocument/2006/relationships/image" Target="../media/image8.jpg"/><Relationship Id="rId1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15570E4-765B-FA54-C0F9-1F47FFAFB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52" y="1133482"/>
            <a:ext cx="2222499" cy="166687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DCAF3F1-73C3-613A-EE15-1AA970409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51" y="2800357"/>
            <a:ext cx="2222499" cy="1666875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D1EAEEE-431D-6E93-66FB-6E27EA9E9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50" y="4467231"/>
            <a:ext cx="2222499" cy="166687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394C569F-1333-1601-F953-0C4A1B144D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49" y="6134105"/>
            <a:ext cx="2222499" cy="166687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9C1D154-BF34-A6D9-E187-99E82BE65C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49" y="7800978"/>
            <a:ext cx="2222498" cy="1666874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D1F0F75-2761-4F59-CF7F-AE983E7EDAE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48" y="9467853"/>
            <a:ext cx="2222499" cy="166687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5AB0B171-64E5-9501-17F2-553A146049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3548" y="11134726"/>
            <a:ext cx="2222499" cy="1666874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528A9D1E-B13C-F24B-99E0-F56A8EA906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4" y="1133483"/>
            <a:ext cx="2222500" cy="1666875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6BFC9062-416F-3B65-6BA0-4ED9BAD779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5" y="2800358"/>
            <a:ext cx="2222498" cy="1666874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23599E98-80B0-07BB-09ED-58BAF702E62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4" y="4467232"/>
            <a:ext cx="2222499" cy="1666874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5173A90F-E2AF-DCE2-5F77-DE761F79BDB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4" y="6134106"/>
            <a:ext cx="2222499" cy="1666874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9A741B89-40C2-455A-C115-14274E87769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4" y="7800979"/>
            <a:ext cx="2222498" cy="1666874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5064DB5D-DA22-D7F8-FE74-EE39C094B49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4" y="9467853"/>
            <a:ext cx="2222498" cy="1666874"/>
          </a:xfrm>
          <a:prstGeom prst="rect">
            <a:avLst/>
          </a:prstGeom>
        </p:spPr>
      </p:pic>
      <p:pic>
        <p:nvPicPr>
          <p:cNvPr id="31" name="Grafik 30">
            <a:extLst>
              <a:ext uri="{FF2B5EF4-FFF2-40B4-BE49-F238E27FC236}">
                <a16:creationId xmlns:a16="http://schemas.microsoft.com/office/drawing/2014/main" id="{67E8DA9D-17EB-CD93-ACF9-4F4F48F84B0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143" y="11134725"/>
            <a:ext cx="2222499" cy="1666875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B34FC8F5-0812-78D1-ECFF-DA2B5E08CD41}"/>
              </a:ext>
            </a:extLst>
          </p:cNvPr>
          <p:cNvSpPr txBox="1"/>
          <p:nvPr/>
        </p:nvSpPr>
        <p:spPr>
          <a:xfrm>
            <a:off x="3956044" y="537656"/>
            <a:ext cx="1816100" cy="11726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/>
              <a:t>Regelstrom</a:t>
            </a:r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0.0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0.1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0.5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1.0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1.5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2.0 A</a:t>
            </a:r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endParaRPr lang="de-DE" dirty="0"/>
          </a:p>
          <a:p>
            <a:pPr algn="ctr"/>
            <a:r>
              <a:rPr lang="de-DE" dirty="0"/>
              <a:t>2.5A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3473EBC2-9D46-3A87-8290-A5C5AEF13516}"/>
              </a:ext>
            </a:extLst>
          </p:cNvPr>
          <p:cNvSpPr txBox="1"/>
          <p:nvPr/>
        </p:nvSpPr>
        <p:spPr>
          <a:xfrm>
            <a:off x="1820333" y="537656"/>
            <a:ext cx="1921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Ohne Kühlkörper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2D1203B-7A5E-2786-E853-29B9BD8B39C5}"/>
              </a:ext>
            </a:extLst>
          </p:cNvPr>
          <p:cNvSpPr txBox="1"/>
          <p:nvPr/>
        </p:nvSpPr>
        <p:spPr>
          <a:xfrm>
            <a:off x="5985921" y="537656"/>
            <a:ext cx="19219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Mit Kühlkörper</a:t>
            </a:r>
          </a:p>
        </p:txBody>
      </p:sp>
    </p:spTree>
    <p:extLst>
      <p:ext uri="{BB962C8B-B14F-4D97-AF65-F5344CB8AC3E}">
        <p14:creationId xmlns:p14="http://schemas.microsoft.com/office/powerpoint/2010/main" val="3926295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</Words>
  <Application>Microsoft Office PowerPoint</Application>
  <PresentationFormat>A3-Papier (297 x 420 mm)</PresentationFormat>
  <Paragraphs>44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Marian Jungwirth</dc:creator>
  <cp:lastModifiedBy>Marian Jungwirth</cp:lastModifiedBy>
  <cp:revision>2</cp:revision>
  <dcterms:created xsi:type="dcterms:W3CDTF">2026-09-01T08:41:05Z</dcterms:created>
  <dcterms:modified xsi:type="dcterms:W3CDTF">2026-09-01T13:43:02Z</dcterms:modified>
</cp:coreProperties>
</file>