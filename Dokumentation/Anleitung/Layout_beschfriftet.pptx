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7775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2" d="100"/>
          <a:sy n="92" d="100"/>
        </p:scale>
        <p:origin x="6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72531"/>
            <a:ext cx="9144000" cy="27070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83977"/>
            <a:ext cx="9144000" cy="187729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8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43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938495"/>
            <a:ext cx="10515600" cy="323442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3517"/>
            <a:ext cx="10515600" cy="170090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834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69887"/>
            <a:ext cx="5181600" cy="493353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69887"/>
            <a:ext cx="5181600" cy="493353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649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13978"/>
            <a:ext cx="10515600" cy="150291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06097"/>
            <a:ext cx="5157787" cy="9341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840245"/>
            <a:ext cx="5157787" cy="4177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906097"/>
            <a:ext cx="5183188" cy="9341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840245"/>
            <a:ext cx="5183188" cy="4177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66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6724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37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18372"/>
            <a:ext cx="3932237" cy="18143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19539"/>
            <a:ext cx="6172200" cy="552569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332673"/>
            <a:ext cx="3932237" cy="432156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344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18372"/>
            <a:ext cx="3932237" cy="18143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19539"/>
            <a:ext cx="6172200" cy="55256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332673"/>
            <a:ext cx="3932237" cy="432156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291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12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3978"/>
            <a:ext cx="2628900" cy="658944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3978"/>
            <a:ext cx="7734300" cy="658944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652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13978"/>
            <a:ext cx="10515600" cy="150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69887"/>
            <a:ext cx="10515600" cy="493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206807"/>
            <a:ext cx="2743200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36003-6FA7-40A3-9CB6-2C61D4974766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206807"/>
            <a:ext cx="4114800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206807"/>
            <a:ext cx="2743200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EEF2C-50EC-4446-8173-80C1515A20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841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rafik 79">
            <a:extLst>
              <a:ext uri="{FF2B5EF4-FFF2-40B4-BE49-F238E27FC236}">
                <a16:creationId xmlns:a16="http://schemas.microsoft.com/office/drawing/2014/main" id="{56746AC4-AC13-A10B-5EBF-625D6FE98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103" y="423047"/>
            <a:ext cx="7699686" cy="6858000"/>
          </a:xfrm>
          <a:prstGeom prst="rect">
            <a:avLst/>
          </a:prstGeom>
        </p:spPr>
      </p:pic>
      <p:sp>
        <p:nvSpPr>
          <p:cNvPr id="6" name="Flussdiagramm: Alternativer Prozess 5">
            <a:extLst>
              <a:ext uri="{FF2B5EF4-FFF2-40B4-BE49-F238E27FC236}">
                <a16:creationId xmlns:a16="http://schemas.microsoft.com/office/drawing/2014/main" id="{0696E371-2D1E-01B0-5948-2F991B613B3B}"/>
              </a:ext>
            </a:extLst>
          </p:cNvPr>
          <p:cNvSpPr/>
          <p:nvPr/>
        </p:nvSpPr>
        <p:spPr>
          <a:xfrm rot="5400000">
            <a:off x="5004653" y="3149828"/>
            <a:ext cx="4823610" cy="718019"/>
          </a:xfrm>
          <a:prstGeom prst="flowChartAlternateProcess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Alternativer Prozess 8">
            <a:extLst>
              <a:ext uri="{FF2B5EF4-FFF2-40B4-BE49-F238E27FC236}">
                <a16:creationId xmlns:a16="http://schemas.microsoft.com/office/drawing/2014/main" id="{18EDA7ED-72F0-1B47-9E73-3BF3D7ADB68C}"/>
              </a:ext>
            </a:extLst>
          </p:cNvPr>
          <p:cNvSpPr/>
          <p:nvPr/>
        </p:nvSpPr>
        <p:spPr>
          <a:xfrm>
            <a:off x="6535812" y="1097032"/>
            <a:ext cx="294572" cy="4731555"/>
          </a:xfrm>
          <a:prstGeom prst="flowChartAlternateProcess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lussdiagramm: Alternativer Prozess 11">
            <a:extLst>
              <a:ext uri="{FF2B5EF4-FFF2-40B4-BE49-F238E27FC236}">
                <a16:creationId xmlns:a16="http://schemas.microsoft.com/office/drawing/2014/main" id="{59D263A9-806A-0201-EF76-0FB07D5D0FFD}"/>
              </a:ext>
            </a:extLst>
          </p:cNvPr>
          <p:cNvSpPr/>
          <p:nvPr/>
        </p:nvSpPr>
        <p:spPr>
          <a:xfrm>
            <a:off x="8150075" y="1097032"/>
            <a:ext cx="294572" cy="4731555"/>
          </a:xfrm>
          <a:prstGeom prst="flowChartAlternateProcess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Sprechblase: rechteckig mit abgerundeten Ecken 16">
            <a:extLst>
              <a:ext uri="{FF2B5EF4-FFF2-40B4-BE49-F238E27FC236}">
                <a16:creationId xmlns:a16="http://schemas.microsoft.com/office/drawing/2014/main" id="{066AD377-577F-8723-15E1-543EB98393C5}"/>
              </a:ext>
            </a:extLst>
          </p:cNvPr>
          <p:cNvSpPr/>
          <p:nvPr/>
        </p:nvSpPr>
        <p:spPr>
          <a:xfrm>
            <a:off x="5283616" y="3887788"/>
            <a:ext cx="1106886" cy="314960"/>
          </a:xfrm>
          <a:prstGeom prst="wedgeRoundRectCallout">
            <a:avLst>
              <a:gd name="adj1" fmla="val -2051"/>
              <a:gd name="adj2" fmla="val -17849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Portexpander</a:t>
            </a:r>
          </a:p>
        </p:txBody>
      </p:sp>
      <p:sp>
        <p:nvSpPr>
          <p:cNvPr id="19" name="Sprechblase: rechteckig mit abgerundeten Ecken 18">
            <a:extLst>
              <a:ext uri="{FF2B5EF4-FFF2-40B4-BE49-F238E27FC236}">
                <a16:creationId xmlns:a16="http://schemas.microsoft.com/office/drawing/2014/main" id="{264633D2-A4D8-38F9-D8B9-93A43E767C2A}"/>
              </a:ext>
            </a:extLst>
          </p:cNvPr>
          <p:cNvSpPr/>
          <p:nvPr/>
        </p:nvSpPr>
        <p:spPr>
          <a:xfrm>
            <a:off x="5503738" y="2846387"/>
            <a:ext cx="1106886" cy="486833"/>
          </a:xfrm>
          <a:prstGeom prst="wedgeRoundRectCallout">
            <a:avLst>
              <a:gd name="adj1" fmla="val -61471"/>
              <a:gd name="adj2" fmla="val -3602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I2C Entkopplung</a:t>
            </a:r>
          </a:p>
        </p:txBody>
      </p:sp>
      <p:sp>
        <p:nvSpPr>
          <p:cNvPr id="21" name="Sprechblase: rechteckig mit abgerundeten Ecken 20">
            <a:extLst>
              <a:ext uri="{FF2B5EF4-FFF2-40B4-BE49-F238E27FC236}">
                <a16:creationId xmlns:a16="http://schemas.microsoft.com/office/drawing/2014/main" id="{31B08CA4-5133-4021-E69C-7470D90EC3D5}"/>
              </a:ext>
            </a:extLst>
          </p:cNvPr>
          <p:cNvSpPr/>
          <p:nvPr/>
        </p:nvSpPr>
        <p:spPr>
          <a:xfrm>
            <a:off x="5747200" y="2314875"/>
            <a:ext cx="632680" cy="292752"/>
          </a:xfrm>
          <a:prstGeom prst="wedgeRoundRectCallout">
            <a:avLst>
              <a:gd name="adj1" fmla="val -35580"/>
              <a:gd name="adj2" fmla="val -1184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DAC</a:t>
            </a:r>
          </a:p>
        </p:txBody>
      </p:sp>
      <p:sp>
        <p:nvSpPr>
          <p:cNvPr id="23" name="Sprechblase: rechteckig mit abgerundeten Ecken 22">
            <a:extLst>
              <a:ext uri="{FF2B5EF4-FFF2-40B4-BE49-F238E27FC236}">
                <a16:creationId xmlns:a16="http://schemas.microsoft.com/office/drawing/2014/main" id="{93C69AC2-C37C-8FDA-8F0B-8A57C0F7CEF5}"/>
              </a:ext>
            </a:extLst>
          </p:cNvPr>
          <p:cNvSpPr/>
          <p:nvPr/>
        </p:nvSpPr>
        <p:spPr>
          <a:xfrm>
            <a:off x="5515424" y="1435777"/>
            <a:ext cx="1162219" cy="438996"/>
          </a:xfrm>
          <a:prstGeom prst="wedgeRoundRectCallout">
            <a:avLst>
              <a:gd name="adj1" fmla="val -57178"/>
              <a:gd name="adj2" fmla="val 395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I2C Pegelwandler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BE6183DD-4197-A184-E283-8B228B5BEE00}"/>
              </a:ext>
            </a:extLst>
          </p:cNvPr>
          <p:cNvSpPr/>
          <p:nvPr/>
        </p:nvSpPr>
        <p:spPr>
          <a:xfrm>
            <a:off x="4097866" y="6029853"/>
            <a:ext cx="774700" cy="486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35-70V</a:t>
            </a:r>
          </a:p>
        </p:txBody>
      </p:sp>
      <p:sp>
        <p:nvSpPr>
          <p:cNvPr id="28" name="Pfeil: nach rechts 27">
            <a:extLst>
              <a:ext uri="{FF2B5EF4-FFF2-40B4-BE49-F238E27FC236}">
                <a16:creationId xmlns:a16="http://schemas.microsoft.com/office/drawing/2014/main" id="{341E665A-3C25-DB87-0B49-95284BDB3AA7}"/>
              </a:ext>
            </a:extLst>
          </p:cNvPr>
          <p:cNvSpPr/>
          <p:nvPr/>
        </p:nvSpPr>
        <p:spPr>
          <a:xfrm>
            <a:off x="4915711" y="6060545"/>
            <a:ext cx="456390" cy="425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20F18340-BEE8-B3E4-BC06-F827C9124C70}"/>
              </a:ext>
            </a:extLst>
          </p:cNvPr>
          <p:cNvSpPr/>
          <p:nvPr/>
        </p:nvSpPr>
        <p:spPr>
          <a:xfrm>
            <a:off x="5415246" y="6029853"/>
            <a:ext cx="774700" cy="486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12V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BC034F98-480E-D2C1-B176-183B5A839439}"/>
              </a:ext>
            </a:extLst>
          </p:cNvPr>
          <p:cNvSpPr/>
          <p:nvPr/>
        </p:nvSpPr>
        <p:spPr>
          <a:xfrm>
            <a:off x="7341524" y="6405605"/>
            <a:ext cx="422866" cy="272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12V</a:t>
            </a:r>
          </a:p>
        </p:txBody>
      </p:sp>
      <p:sp>
        <p:nvSpPr>
          <p:cNvPr id="36" name="Pfeil: nach rechts 35">
            <a:extLst>
              <a:ext uri="{FF2B5EF4-FFF2-40B4-BE49-F238E27FC236}">
                <a16:creationId xmlns:a16="http://schemas.microsoft.com/office/drawing/2014/main" id="{1D6289E9-8317-4804-A03C-6991A00F9FC4}"/>
              </a:ext>
            </a:extLst>
          </p:cNvPr>
          <p:cNvSpPr/>
          <p:nvPr/>
        </p:nvSpPr>
        <p:spPr>
          <a:xfrm>
            <a:off x="7801770" y="6406606"/>
            <a:ext cx="217580" cy="2385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78DACEB4-174D-E7B3-B503-A6489EF50A5A}"/>
              </a:ext>
            </a:extLst>
          </p:cNvPr>
          <p:cNvSpPr/>
          <p:nvPr/>
        </p:nvSpPr>
        <p:spPr>
          <a:xfrm>
            <a:off x="8056731" y="6405605"/>
            <a:ext cx="432021" cy="272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±5V</a:t>
            </a:r>
          </a:p>
        </p:txBody>
      </p:sp>
      <p:sp>
        <p:nvSpPr>
          <p:cNvPr id="42" name="Pfeil: nach rechts 41">
            <a:extLst>
              <a:ext uri="{FF2B5EF4-FFF2-40B4-BE49-F238E27FC236}">
                <a16:creationId xmlns:a16="http://schemas.microsoft.com/office/drawing/2014/main" id="{AD14D940-B5EF-E598-582B-0DD8D2CCC190}"/>
              </a:ext>
            </a:extLst>
          </p:cNvPr>
          <p:cNvSpPr/>
          <p:nvPr/>
        </p:nvSpPr>
        <p:spPr>
          <a:xfrm>
            <a:off x="8678937" y="5836201"/>
            <a:ext cx="120878" cy="1581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9F686060-6448-9E8D-CC79-9FE4E03DE02A}"/>
              </a:ext>
            </a:extLst>
          </p:cNvPr>
          <p:cNvSpPr/>
          <p:nvPr/>
        </p:nvSpPr>
        <p:spPr>
          <a:xfrm>
            <a:off x="8824454" y="5825209"/>
            <a:ext cx="468991" cy="1830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3.3V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02E84110-26A0-5B22-1A06-3C5104C79FB5}"/>
              </a:ext>
            </a:extLst>
          </p:cNvPr>
          <p:cNvSpPr/>
          <p:nvPr/>
        </p:nvSpPr>
        <p:spPr>
          <a:xfrm>
            <a:off x="8185310" y="5825209"/>
            <a:ext cx="468991" cy="1830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5V</a:t>
            </a:r>
          </a:p>
        </p:txBody>
      </p:sp>
      <p:sp>
        <p:nvSpPr>
          <p:cNvPr id="52" name="Sprechblase: rechteckig mit abgerundeten Ecken 51">
            <a:extLst>
              <a:ext uri="{FF2B5EF4-FFF2-40B4-BE49-F238E27FC236}">
                <a16:creationId xmlns:a16="http://schemas.microsoft.com/office/drawing/2014/main" id="{B999CB64-E48B-9162-A64E-7A9D052D132D}"/>
              </a:ext>
            </a:extLst>
          </p:cNvPr>
          <p:cNvSpPr/>
          <p:nvPr/>
        </p:nvSpPr>
        <p:spPr>
          <a:xfrm>
            <a:off x="3220769" y="4543422"/>
            <a:ext cx="767080" cy="427789"/>
          </a:xfrm>
          <a:prstGeom prst="wedgeRoundRectCallout">
            <a:avLst>
              <a:gd name="adj1" fmla="val 80873"/>
              <a:gd name="adj2" fmla="val -838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OPV</a:t>
            </a:r>
          </a:p>
          <a:p>
            <a:pPr algn="ctr"/>
            <a:r>
              <a:rPr lang="de-DE" sz="1200" dirty="0"/>
              <a:t>4-Fach</a:t>
            </a:r>
          </a:p>
        </p:txBody>
      </p:sp>
      <p:sp>
        <p:nvSpPr>
          <p:cNvPr id="54" name="Sprechblase: rechteckig mit abgerundeten Ecken 53">
            <a:extLst>
              <a:ext uri="{FF2B5EF4-FFF2-40B4-BE49-F238E27FC236}">
                <a16:creationId xmlns:a16="http://schemas.microsoft.com/office/drawing/2014/main" id="{98B1E9AE-EDE9-C30B-F95E-110A3A3EE215}"/>
              </a:ext>
            </a:extLst>
          </p:cNvPr>
          <p:cNvSpPr/>
          <p:nvPr/>
        </p:nvSpPr>
        <p:spPr>
          <a:xfrm>
            <a:off x="2352954" y="3619845"/>
            <a:ext cx="928362" cy="314960"/>
          </a:xfrm>
          <a:prstGeom prst="wedgeRoundRectCallout">
            <a:avLst>
              <a:gd name="adj1" fmla="val 61453"/>
              <a:gd name="adj2" fmla="val 1017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Strommessung</a:t>
            </a:r>
            <a:br>
              <a:rPr lang="de-DE" sz="800" dirty="0"/>
            </a:br>
            <a:r>
              <a:rPr lang="de-DE" sz="800" dirty="0"/>
              <a:t>1V ≙ 1A</a:t>
            </a:r>
          </a:p>
        </p:txBody>
      </p:sp>
      <p:sp>
        <p:nvSpPr>
          <p:cNvPr id="58" name="Sprechblase: rechteckig mit abgerundeten Ecken 57">
            <a:extLst>
              <a:ext uri="{FF2B5EF4-FFF2-40B4-BE49-F238E27FC236}">
                <a16:creationId xmlns:a16="http://schemas.microsoft.com/office/drawing/2014/main" id="{E5C0DDC0-CD28-D336-E341-8E3027E062CB}"/>
              </a:ext>
            </a:extLst>
          </p:cNvPr>
          <p:cNvSpPr/>
          <p:nvPr/>
        </p:nvSpPr>
        <p:spPr>
          <a:xfrm>
            <a:off x="2367814" y="2958952"/>
            <a:ext cx="1000598" cy="427789"/>
          </a:xfrm>
          <a:prstGeom prst="wedgeRoundRectCallout">
            <a:avLst>
              <a:gd name="adj1" fmla="val 64861"/>
              <a:gd name="adj2" fmla="val 2341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CAN-Transceiver</a:t>
            </a:r>
          </a:p>
        </p:txBody>
      </p:sp>
      <p:sp>
        <p:nvSpPr>
          <p:cNvPr id="60" name="Sprechblase: rechteckig mit abgerundeten Ecken 59">
            <a:extLst>
              <a:ext uri="{FF2B5EF4-FFF2-40B4-BE49-F238E27FC236}">
                <a16:creationId xmlns:a16="http://schemas.microsoft.com/office/drawing/2014/main" id="{6F2CFF5D-7F8B-8A18-3E6C-5A1240BA18FC}"/>
              </a:ext>
            </a:extLst>
          </p:cNvPr>
          <p:cNvSpPr/>
          <p:nvPr/>
        </p:nvSpPr>
        <p:spPr>
          <a:xfrm>
            <a:off x="5027726" y="542704"/>
            <a:ext cx="1162220" cy="486834"/>
          </a:xfrm>
          <a:prstGeom prst="wedgeRoundRectCallout">
            <a:avLst>
              <a:gd name="adj1" fmla="val -111361"/>
              <a:gd name="adj2" fmla="val 34636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STM32-Bluepill</a:t>
            </a:r>
          </a:p>
        </p:txBody>
      </p:sp>
      <p:sp>
        <p:nvSpPr>
          <p:cNvPr id="62" name="Sprechblase: rechteckig mit abgerundeten Ecken 61">
            <a:extLst>
              <a:ext uri="{FF2B5EF4-FFF2-40B4-BE49-F238E27FC236}">
                <a16:creationId xmlns:a16="http://schemas.microsoft.com/office/drawing/2014/main" id="{7DC569E2-A2E1-B6A3-1F13-FCFF139C2D08}"/>
              </a:ext>
            </a:extLst>
          </p:cNvPr>
          <p:cNvSpPr/>
          <p:nvPr/>
        </p:nvSpPr>
        <p:spPr>
          <a:xfrm>
            <a:off x="2384282" y="671802"/>
            <a:ext cx="1175926" cy="357736"/>
          </a:xfrm>
          <a:prstGeom prst="wedgeRoundRectCallout">
            <a:avLst>
              <a:gd name="adj1" fmla="val -37446"/>
              <a:gd name="adj2" fmla="val 26301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Sub-D 9 Polig</a:t>
            </a:r>
          </a:p>
        </p:txBody>
      </p:sp>
      <p:sp>
        <p:nvSpPr>
          <p:cNvPr id="64" name="Sprechblase: rechteckig mit abgerundeten Ecken 63">
            <a:extLst>
              <a:ext uri="{FF2B5EF4-FFF2-40B4-BE49-F238E27FC236}">
                <a16:creationId xmlns:a16="http://schemas.microsoft.com/office/drawing/2014/main" id="{C83B146F-D415-1CD2-F472-165AA838A6AF}"/>
              </a:ext>
            </a:extLst>
          </p:cNvPr>
          <p:cNvSpPr/>
          <p:nvPr/>
        </p:nvSpPr>
        <p:spPr>
          <a:xfrm>
            <a:off x="5302150" y="4757317"/>
            <a:ext cx="1006599" cy="403007"/>
          </a:xfrm>
          <a:prstGeom prst="wedgeRoundRectCallout">
            <a:avLst>
              <a:gd name="adj1" fmla="val -89780"/>
              <a:gd name="adj2" fmla="val 265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DC/DC-Wandler</a:t>
            </a:r>
          </a:p>
        </p:txBody>
      </p:sp>
      <p:sp>
        <p:nvSpPr>
          <p:cNvPr id="66" name="Sprechblase: rechteckig mit abgerundeten Ecken 65">
            <a:extLst>
              <a:ext uri="{FF2B5EF4-FFF2-40B4-BE49-F238E27FC236}">
                <a16:creationId xmlns:a16="http://schemas.microsoft.com/office/drawing/2014/main" id="{BF70A98F-BB24-ECC7-2321-9B6B380F1998}"/>
              </a:ext>
            </a:extLst>
          </p:cNvPr>
          <p:cNvSpPr/>
          <p:nvPr/>
        </p:nvSpPr>
        <p:spPr>
          <a:xfrm>
            <a:off x="6435259" y="6303754"/>
            <a:ext cx="707271" cy="255132"/>
          </a:xfrm>
          <a:prstGeom prst="wedgeRoundRectCallout">
            <a:avLst>
              <a:gd name="adj1" fmla="val 6102"/>
              <a:gd name="adj2" fmla="val -16753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Shunt</a:t>
            </a:r>
          </a:p>
        </p:txBody>
      </p:sp>
      <p:sp>
        <p:nvSpPr>
          <p:cNvPr id="68" name="Sprechblase: rechteckig mit abgerundeten Ecken 67">
            <a:extLst>
              <a:ext uri="{FF2B5EF4-FFF2-40B4-BE49-F238E27FC236}">
                <a16:creationId xmlns:a16="http://schemas.microsoft.com/office/drawing/2014/main" id="{3684C107-6911-6713-7BBE-CE0A198DF8B0}"/>
              </a:ext>
            </a:extLst>
          </p:cNvPr>
          <p:cNvSpPr/>
          <p:nvPr/>
        </p:nvSpPr>
        <p:spPr>
          <a:xfrm>
            <a:off x="2391494" y="5234792"/>
            <a:ext cx="1116746" cy="427789"/>
          </a:xfrm>
          <a:prstGeom prst="wedgeRoundRectCallout">
            <a:avLst>
              <a:gd name="adj1" fmla="val 61159"/>
              <a:gd name="adj2" fmla="val 8506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Ein-/Aus Schalter</a:t>
            </a:r>
          </a:p>
        </p:txBody>
      </p:sp>
      <p:sp>
        <p:nvSpPr>
          <p:cNvPr id="70" name="Sprechblase: rechteckig mit abgerundeten Ecken 69">
            <a:extLst>
              <a:ext uri="{FF2B5EF4-FFF2-40B4-BE49-F238E27FC236}">
                <a16:creationId xmlns:a16="http://schemas.microsoft.com/office/drawing/2014/main" id="{F1ACCBA8-18CB-A981-A4DC-FE3A9CE23739}"/>
              </a:ext>
            </a:extLst>
          </p:cNvPr>
          <p:cNvSpPr/>
          <p:nvPr/>
        </p:nvSpPr>
        <p:spPr>
          <a:xfrm>
            <a:off x="2411568" y="6346441"/>
            <a:ext cx="345024" cy="332103"/>
          </a:xfrm>
          <a:prstGeom prst="wedgeRoundRectCallout">
            <a:avLst>
              <a:gd name="adj1" fmla="val 111525"/>
              <a:gd name="adj2" fmla="val -7028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/>
              <a:t>+</a:t>
            </a:r>
          </a:p>
        </p:txBody>
      </p:sp>
      <p:sp>
        <p:nvSpPr>
          <p:cNvPr id="72" name="Sprechblase: rechteckig mit abgerundeten Ecken 71">
            <a:extLst>
              <a:ext uri="{FF2B5EF4-FFF2-40B4-BE49-F238E27FC236}">
                <a16:creationId xmlns:a16="http://schemas.microsoft.com/office/drawing/2014/main" id="{C57E0B39-2B58-9829-2FE0-9F2E95C64F92}"/>
              </a:ext>
            </a:extLst>
          </p:cNvPr>
          <p:cNvSpPr/>
          <p:nvPr/>
        </p:nvSpPr>
        <p:spPr>
          <a:xfrm>
            <a:off x="2411568" y="5825209"/>
            <a:ext cx="345024" cy="332103"/>
          </a:xfrm>
          <a:prstGeom prst="wedgeRoundRectCallout">
            <a:avLst>
              <a:gd name="adj1" fmla="val 114163"/>
              <a:gd name="adj2" fmla="val -814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400" dirty="0"/>
              <a:t>-</a:t>
            </a:r>
          </a:p>
        </p:txBody>
      </p:sp>
      <p:sp>
        <p:nvSpPr>
          <p:cNvPr id="76" name="Sprechblase: rechteckig mit abgerundeten Ecken 75">
            <a:extLst>
              <a:ext uri="{FF2B5EF4-FFF2-40B4-BE49-F238E27FC236}">
                <a16:creationId xmlns:a16="http://schemas.microsoft.com/office/drawing/2014/main" id="{7F0CC1EE-9825-84D3-5174-A03E8024BF46}"/>
              </a:ext>
            </a:extLst>
          </p:cNvPr>
          <p:cNvSpPr/>
          <p:nvPr/>
        </p:nvSpPr>
        <p:spPr>
          <a:xfrm>
            <a:off x="6541117" y="423047"/>
            <a:ext cx="1051522" cy="362698"/>
          </a:xfrm>
          <a:prstGeom prst="wedgeRoundRectCallout">
            <a:avLst>
              <a:gd name="adj1" fmla="val -41252"/>
              <a:gd name="adj2" fmla="val 15081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Lowside</a:t>
            </a:r>
            <a:r>
              <a:rPr lang="de-DE" sz="1200" dirty="0"/>
              <a:t> Schalter</a:t>
            </a:r>
          </a:p>
        </p:txBody>
      </p:sp>
      <p:sp>
        <p:nvSpPr>
          <p:cNvPr id="78" name="Sprechblase: rechteckig mit abgerundeten Ecken 77">
            <a:extLst>
              <a:ext uri="{FF2B5EF4-FFF2-40B4-BE49-F238E27FC236}">
                <a16:creationId xmlns:a16="http://schemas.microsoft.com/office/drawing/2014/main" id="{460C61D9-0065-30FA-51A6-19E4597D9085}"/>
              </a:ext>
            </a:extLst>
          </p:cNvPr>
          <p:cNvSpPr/>
          <p:nvPr/>
        </p:nvSpPr>
        <p:spPr>
          <a:xfrm>
            <a:off x="8185460" y="435306"/>
            <a:ext cx="1051522" cy="362698"/>
          </a:xfrm>
          <a:prstGeom prst="wedgeRoundRectCallout">
            <a:avLst>
              <a:gd name="adj1" fmla="val -41252"/>
              <a:gd name="adj2" fmla="val 15081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Highside</a:t>
            </a:r>
            <a:r>
              <a:rPr lang="de-DE" sz="1200" dirty="0"/>
              <a:t>-</a:t>
            </a:r>
            <a:br>
              <a:rPr lang="de-DE" sz="1200" dirty="0"/>
            </a:br>
            <a:r>
              <a:rPr lang="de-DE" sz="1200" dirty="0"/>
              <a:t>Schalter</a:t>
            </a:r>
          </a:p>
        </p:txBody>
      </p:sp>
      <p:sp>
        <p:nvSpPr>
          <p:cNvPr id="82" name="Sprechblase: rechteckig mit abgerundeten Ecken 81">
            <a:extLst>
              <a:ext uri="{FF2B5EF4-FFF2-40B4-BE49-F238E27FC236}">
                <a16:creationId xmlns:a16="http://schemas.microsoft.com/office/drawing/2014/main" id="{455521FA-3695-4159-02D5-AF5FCA0D8719}"/>
              </a:ext>
            </a:extLst>
          </p:cNvPr>
          <p:cNvSpPr/>
          <p:nvPr/>
        </p:nvSpPr>
        <p:spPr>
          <a:xfrm>
            <a:off x="7010359" y="898215"/>
            <a:ext cx="1051522" cy="362698"/>
          </a:xfrm>
          <a:prstGeom prst="wedgeRoundRectCallout">
            <a:avLst>
              <a:gd name="adj1" fmla="val -10816"/>
              <a:gd name="adj2" fmla="val 2068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Optokoppler</a:t>
            </a:r>
          </a:p>
        </p:txBody>
      </p:sp>
      <p:sp>
        <p:nvSpPr>
          <p:cNvPr id="86" name="Flussdiagramm: Alternativer Prozess 85">
            <a:extLst>
              <a:ext uri="{FF2B5EF4-FFF2-40B4-BE49-F238E27FC236}">
                <a16:creationId xmlns:a16="http://schemas.microsoft.com/office/drawing/2014/main" id="{CE7BC355-9E11-D4EF-F429-01BDC2D47C03}"/>
              </a:ext>
            </a:extLst>
          </p:cNvPr>
          <p:cNvSpPr/>
          <p:nvPr/>
        </p:nvSpPr>
        <p:spPr>
          <a:xfrm rot="5400000">
            <a:off x="6531258" y="3035253"/>
            <a:ext cx="4648847" cy="605812"/>
          </a:xfrm>
          <a:prstGeom prst="flowChartAlternateProcess">
            <a:avLst/>
          </a:prstGeom>
          <a:noFill/>
          <a:ln w="2857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Sprechblase: rechteckig mit abgerundeten Ecken 83">
            <a:extLst>
              <a:ext uri="{FF2B5EF4-FFF2-40B4-BE49-F238E27FC236}">
                <a16:creationId xmlns:a16="http://schemas.microsoft.com/office/drawing/2014/main" id="{48660AD8-87A0-086A-7F29-859AD53267F6}"/>
              </a:ext>
            </a:extLst>
          </p:cNvPr>
          <p:cNvSpPr/>
          <p:nvPr/>
        </p:nvSpPr>
        <p:spPr>
          <a:xfrm>
            <a:off x="8831585" y="890983"/>
            <a:ext cx="1051522" cy="362698"/>
          </a:xfrm>
          <a:prstGeom prst="wedgeRoundRectCallout">
            <a:avLst>
              <a:gd name="adj1" fmla="val -46687"/>
              <a:gd name="adj2" fmla="val 28211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Ausgänge</a:t>
            </a:r>
          </a:p>
        </p:txBody>
      </p:sp>
    </p:spTree>
    <p:extLst>
      <p:ext uri="{BB962C8B-B14F-4D97-AF65-F5344CB8AC3E}">
        <p14:creationId xmlns:p14="http://schemas.microsoft.com/office/powerpoint/2010/main" val="356644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</Words>
  <Application>Microsoft Office PowerPoint</Application>
  <PresentationFormat>Benutzerdefiniert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 Jungwirth</dc:creator>
  <cp:lastModifiedBy>Marian Jungwirth</cp:lastModifiedBy>
  <cp:revision>2</cp:revision>
  <dcterms:created xsi:type="dcterms:W3CDTF">2026-09-16T13:43:58Z</dcterms:created>
  <dcterms:modified xsi:type="dcterms:W3CDTF">2026-09-16T14:15:14Z</dcterms:modified>
</cp:coreProperties>
</file>