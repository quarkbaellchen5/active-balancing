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91319-0E5E-E1CD-C659-006DCA134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35735E4-12A1-DE0D-ED98-F714DC22F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77291E-DFC6-9FC5-003E-526AA6273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9736-B8D4-4B95-86EF-59C204011BD0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A4F61C-830E-3153-28F2-21B0A477F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3ECCF9-7C16-65AB-CE66-3F43B9894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3E274-628C-4F54-B5FB-02BAAC0A31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9056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86F91B-B9CF-17AE-A0F1-E7BA3E9FA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6D7E5F-75BA-E515-7976-48EAC34AC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810A5D-17BC-F8FF-9B8E-D882BB1B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9736-B8D4-4B95-86EF-59C204011BD0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53F416-BF20-85C1-2211-0BAA586FD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01B03E-825D-8F3C-F0B7-DB0E80FD2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3E274-628C-4F54-B5FB-02BAAC0A31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78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4734FC-80F1-E8CA-F9C0-A5C477C7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3C5195-9A71-5A75-35A2-B015F2665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C430CD-AA3C-0637-16BE-896AD2DDC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9736-B8D4-4B95-86EF-59C204011BD0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592C39-04A2-D6A3-220A-7472B5D56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A4CFD1-CE91-D1A2-1FD7-8EC677D3F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3E274-628C-4F54-B5FB-02BAAC0A31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979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882A70-E21F-E68D-C128-6F508E5B4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F78772-58D1-03D4-ECAE-1531013F7F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5C418F7-33DA-4827-6D32-E7920BA9B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CE35DDF-0F3E-B550-BB39-40C9FE3B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9736-B8D4-4B95-86EF-59C204011BD0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3B802F-ABC1-4992-BDB9-3ED3CA381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9245A2-DEBA-7FF3-3445-FD90F3244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3E274-628C-4F54-B5FB-02BAAC0A31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4468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760E64-3B42-D82D-3C60-EA037507D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F8F020-2476-1158-79E9-604A73347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83020AB-C892-E537-EA45-8719DA6F5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F00A896-865B-E61E-9C90-874D88B669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2973EF-E39E-297B-EEDE-7AE6C15C5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31B2576-FB26-5E53-5602-C8D0DE1C6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9736-B8D4-4B95-86EF-59C204011BD0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76D9A2A-1471-3A2C-D74F-0201D572F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49F120A-3B39-04AE-1DA9-687288AF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3E274-628C-4F54-B5FB-02BAAC0A31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2757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B48970-0985-28A8-298D-DDB6B3CAF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DEE1D0D-2B5D-118C-EE4F-490FDBF6E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9736-B8D4-4B95-86EF-59C204011BD0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561840D-D80B-CCE5-5198-A973B737C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1086DA-0D2B-8E10-146F-D9BFBDD1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3E274-628C-4F54-B5FB-02BAAC0A31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1581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7F8A3AA-F3B3-D674-0699-71C86FEA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9736-B8D4-4B95-86EF-59C204011BD0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0F1E6D0-BFBA-5F90-FBE0-A585C241D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AD3C58-0EA2-100B-A70B-B7FDDE074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3E274-628C-4F54-B5FB-02BAAC0A31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373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3F7AE9-21AD-8AD3-D0A9-3B066648E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080FC0-F3A8-4BD7-A01E-5E6E2806F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A62571B-81FE-90AA-2502-D5B1E28F2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6FA294B-F727-DFEA-6CAE-E6AC553CD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9736-B8D4-4B95-86EF-59C204011BD0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7B60A5A-FC27-4CC5-9435-546CF326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C4AF20A-1A52-214B-640A-39E36A5D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3E274-628C-4F54-B5FB-02BAAC0A31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5387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D9D17D-D3EE-AB38-CD3C-F637B99FC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D5D2C4A-C13D-ECD0-A321-31E567033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B3CBE79-C99D-4521-9DFA-C22490EDB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054FA0D-4E22-9130-5E7F-756389468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9736-B8D4-4B95-86EF-59C204011BD0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17B2036-58F2-7049-F8F5-E71F1C286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737C1C-08AE-1FDB-EC68-EF275695B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3E274-628C-4F54-B5FB-02BAAC0A31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20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31318B-1BC0-02D8-95FE-5F981B66F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EA47B87-C51E-3B02-3730-C38C787B5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7EA317-273C-2F2D-C85E-5187EA2B2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9736-B8D4-4B95-86EF-59C204011BD0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4D4A55-093D-4DD5-5F64-2B27C51FF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84688A-1C8F-E187-269E-785C8EDC4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3E274-628C-4F54-B5FB-02BAAC0A31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6095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FED41C5-5D13-D02B-F703-C53476334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0978767-AF45-5AD7-AEE3-B421DCAA0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89369F-E528-5B9B-82B8-B978BF04A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9736-B8D4-4B95-86EF-59C204011BD0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205B07-DEFA-271F-0BF4-C8F330DA4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24FFE0-0368-7850-86E6-BDB0103CC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3E274-628C-4F54-B5FB-02BAAC0A31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174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0E13044-E197-8CE0-61C8-0CEEC4946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92114DA-DC46-61A1-CF76-3994C6736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B53E8F-A9BE-7E5E-E50E-08A9A87807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2D9736-B8D4-4B95-86EF-59C204011BD0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DBFBE1-1B48-B059-5F10-579C62748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68181F-F5B8-E604-D58D-8519E387B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3E274-628C-4F54-B5FB-02BAAC0A31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5229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CA5CA64E-395D-02CC-9C13-E55E940CE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11620500" cy="6858000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52655839-9187-35C5-4CCF-AA65C2202F13}"/>
              </a:ext>
            </a:extLst>
          </p:cNvPr>
          <p:cNvSpPr/>
          <p:nvPr/>
        </p:nvSpPr>
        <p:spPr>
          <a:xfrm>
            <a:off x="2583639" y="785525"/>
            <a:ext cx="721641" cy="732454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E15A095-92D5-179A-4456-A38F5FDD1054}"/>
              </a:ext>
            </a:extLst>
          </p:cNvPr>
          <p:cNvSpPr/>
          <p:nvPr/>
        </p:nvSpPr>
        <p:spPr>
          <a:xfrm>
            <a:off x="4283564" y="4743833"/>
            <a:ext cx="392763" cy="633241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C68F1619-21BB-A4BA-202D-01F5F177E056}"/>
              </a:ext>
            </a:extLst>
          </p:cNvPr>
          <p:cNvSpPr/>
          <p:nvPr/>
        </p:nvSpPr>
        <p:spPr>
          <a:xfrm>
            <a:off x="2502836" y="3821762"/>
            <a:ext cx="721641" cy="732454"/>
          </a:xfrm>
          <a:prstGeom prst="ellipse">
            <a:avLst/>
          </a:prstGeom>
          <a:noFill/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037C169-EEA7-A045-1035-8F3CDA7C6AA2}"/>
              </a:ext>
            </a:extLst>
          </p:cNvPr>
          <p:cNvSpPr/>
          <p:nvPr/>
        </p:nvSpPr>
        <p:spPr>
          <a:xfrm>
            <a:off x="4676329" y="4743833"/>
            <a:ext cx="392762" cy="563862"/>
          </a:xfrm>
          <a:prstGeom prst="ellipse">
            <a:avLst/>
          </a:prstGeom>
          <a:noFill/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Sprechblase: rechteckig mit abgerundeten Ecken 20">
            <a:extLst>
              <a:ext uri="{FF2B5EF4-FFF2-40B4-BE49-F238E27FC236}">
                <a16:creationId xmlns:a16="http://schemas.microsoft.com/office/drawing/2014/main" id="{3F70E523-4778-B94F-A9E4-A3818ACF435E}"/>
              </a:ext>
            </a:extLst>
          </p:cNvPr>
          <p:cNvSpPr/>
          <p:nvPr/>
        </p:nvSpPr>
        <p:spPr>
          <a:xfrm>
            <a:off x="447826" y="1572951"/>
            <a:ext cx="2135813" cy="810072"/>
          </a:xfrm>
          <a:prstGeom prst="wedgeRoundRectCallout">
            <a:avLst>
              <a:gd name="adj1" fmla="val 65368"/>
              <a:gd name="adj2" fmla="val -98864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Lowside</a:t>
            </a:r>
            <a:r>
              <a:rPr lang="de-DE" dirty="0"/>
              <a:t>-MOSFET 1</a:t>
            </a:r>
          </a:p>
        </p:txBody>
      </p:sp>
      <p:sp>
        <p:nvSpPr>
          <p:cNvPr id="25" name="Sprechblase: rechteckig mit abgerundeten Ecken 24">
            <a:extLst>
              <a:ext uri="{FF2B5EF4-FFF2-40B4-BE49-F238E27FC236}">
                <a16:creationId xmlns:a16="http://schemas.microsoft.com/office/drawing/2014/main" id="{8301ABE5-F17D-9ADC-51AD-43E7C5794A63}"/>
              </a:ext>
            </a:extLst>
          </p:cNvPr>
          <p:cNvSpPr/>
          <p:nvPr/>
        </p:nvSpPr>
        <p:spPr>
          <a:xfrm>
            <a:off x="447825" y="4836766"/>
            <a:ext cx="2135813" cy="810072"/>
          </a:xfrm>
          <a:prstGeom prst="wedgeRoundRectCallout">
            <a:avLst>
              <a:gd name="adj1" fmla="val 63357"/>
              <a:gd name="adj2" fmla="val -134470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Highside</a:t>
            </a:r>
            <a:r>
              <a:rPr lang="de-DE" dirty="0"/>
              <a:t>-MOSFET 1</a:t>
            </a:r>
          </a:p>
        </p:txBody>
      </p:sp>
    </p:spTree>
    <p:extLst>
      <p:ext uri="{BB962C8B-B14F-4D97-AF65-F5344CB8AC3E}">
        <p14:creationId xmlns:p14="http://schemas.microsoft.com/office/powerpoint/2010/main" val="3537485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Breitbild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 Jungwirth</dc:creator>
  <cp:lastModifiedBy>Marian Jungwirth</cp:lastModifiedBy>
  <cp:revision>1</cp:revision>
  <dcterms:created xsi:type="dcterms:W3CDTF">2026-09-17T07:56:18Z</dcterms:created>
  <dcterms:modified xsi:type="dcterms:W3CDTF">2026-09-17T08:02:38Z</dcterms:modified>
</cp:coreProperties>
</file>